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5" d="100"/>
          <a:sy n="75" d="100"/>
        </p:scale>
        <p:origin x="48" y="2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61C6A0-0A17-4C0F-B8DE-F3EFA332B4FE}" type="datetimeFigureOut">
              <a:rPr lang="ru-RU" smtClean="0"/>
              <a:t>21.03.2022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4C2EEE-D01A-4ACC-A1A0-B16F403DFA6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26324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61C6A0-0A17-4C0F-B8DE-F3EFA332B4FE}" type="datetimeFigureOut">
              <a:rPr lang="ru-RU" smtClean="0"/>
              <a:t>21.03.2022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4C2EEE-D01A-4ACC-A1A0-B16F403DFA6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014323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61C6A0-0A17-4C0F-B8DE-F3EFA332B4FE}" type="datetimeFigureOut">
              <a:rPr lang="ru-RU" smtClean="0"/>
              <a:t>21.03.2022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4C2EEE-D01A-4ACC-A1A0-B16F403DFA6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976144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61C6A0-0A17-4C0F-B8DE-F3EFA332B4FE}" type="datetimeFigureOut">
              <a:rPr lang="ru-RU" smtClean="0"/>
              <a:t>21.03.2022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4C2EEE-D01A-4ACC-A1A0-B16F403DFA6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786547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61C6A0-0A17-4C0F-B8DE-F3EFA332B4FE}" type="datetimeFigureOut">
              <a:rPr lang="ru-RU" smtClean="0"/>
              <a:t>21.03.2022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4C2EEE-D01A-4ACC-A1A0-B16F403DFA6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130777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61C6A0-0A17-4C0F-B8DE-F3EFA332B4FE}" type="datetimeFigureOut">
              <a:rPr lang="ru-RU" smtClean="0"/>
              <a:t>21.03.2022</a:t>
            </a:fld>
            <a:endParaRPr lang="ru-RU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4C2EEE-D01A-4ACC-A1A0-B16F403DFA6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283616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61C6A0-0A17-4C0F-B8DE-F3EFA332B4FE}" type="datetimeFigureOut">
              <a:rPr lang="ru-RU" smtClean="0"/>
              <a:t>21.03.2022</a:t>
            </a:fld>
            <a:endParaRPr lang="ru-RU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4C2EEE-D01A-4ACC-A1A0-B16F403DFA6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977721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61C6A0-0A17-4C0F-B8DE-F3EFA332B4FE}" type="datetimeFigureOut">
              <a:rPr lang="ru-RU" smtClean="0"/>
              <a:t>21.03.2022</a:t>
            </a:fld>
            <a:endParaRPr lang="ru-RU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4C2EEE-D01A-4ACC-A1A0-B16F403DFA6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0341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61C6A0-0A17-4C0F-B8DE-F3EFA332B4FE}" type="datetimeFigureOut">
              <a:rPr lang="ru-RU" smtClean="0"/>
              <a:t>21.03.2022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4C2EEE-D01A-4ACC-A1A0-B16F403DFA6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16005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Панорамная фотография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61C6A0-0A17-4C0F-B8DE-F3EFA332B4FE}" type="datetimeFigureOut">
              <a:rPr lang="ru-RU" smtClean="0"/>
              <a:t>21.03.2022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4C2EEE-D01A-4ACC-A1A0-B16F403DFA6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84447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61C6A0-0A17-4C0F-B8DE-F3EFA332B4FE}" type="datetimeFigureOut">
              <a:rPr lang="ru-RU" smtClean="0"/>
              <a:t>21.03.2022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4C2EEE-D01A-4ACC-A1A0-B16F403DFA6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7424517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ru-RU"/>
              <a:t>Образец текста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61C6A0-0A17-4C0F-B8DE-F3EFA332B4FE}" type="datetimeFigureOut">
              <a:rPr lang="ru-RU" smtClean="0"/>
              <a:t>21.03.2022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4C2EEE-D01A-4ACC-A1A0-B16F403DFA62}" type="slidenum">
              <a:rPr lang="ru-RU" smtClean="0"/>
              <a:t>‹#›</a:t>
            </a:fld>
            <a:endParaRPr lang="ru-RU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38241499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61C6A0-0A17-4C0F-B8DE-F3EFA332B4FE}" type="datetimeFigureOut">
              <a:rPr lang="ru-RU" smtClean="0"/>
              <a:t>21.03.2022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4C2EEE-D01A-4ACC-A1A0-B16F403DFA6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8563257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Три колонк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61C6A0-0A17-4C0F-B8DE-F3EFA332B4FE}" type="datetimeFigureOut">
              <a:rPr lang="ru-RU" smtClean="0"/>
              <a:t>21.03.2022</a:t>
            </a:fld>
            <a:endParaRPr lang="ru-RU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4C2EEE-D01A-4ACC-A1A0-B16F403DFA6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0950047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Столбец с тремя рисункам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61C6A0-0A17-4C0F-B8DE-F3EFA332B4FE}" type="datetimeFigureOut">
              <a:rPr lang="ru-RU" smtClean="0"/>
              <a:t>21.03.2022</a:t>
            </a:fld>
            <a:endParaRPr lang="ru-RU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4C2EEE-D01A-4ACC-A1A0-B16F403DFA6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9321472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61C6A0-0A17-4C0F-B8DE-F3EFA332B4FE}" type="datetimeFigureOut">
              <a:rPr lang="ru-RU" smtClean="0"/>
              <a:t>21.03.2022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4C2EEE-D01A-4ACC-A1A0-B16F403DFA6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0068400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61C6A0-0A17-4C0F-B8DE-F3EFA332B4FE}" type="datetimeFigureOut">
              <a:rPr lang="ru-RU" smtClean="0"/>
              <a:t>21.03.2022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4C2EEE-D01A-4ACC-A1A0-B16F403DFA6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422008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D961C6A0-0A17-4C0F-B8DE-F3EFA332B4FE}" type="datetimeFigureOut">
              <a:rPr lang="ru-RU" smtClean="0"/>
              <a:t>21.03.2022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4C2EEE-D01A-4ACC-A1A0-B16F403DFA6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5271656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350A7A3-DED7-46F5-980B-914BE5E1396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Передача информации</a:t>
            </a:r>
          </a:p>
        </p:txBody>
      </p:sp>
    </p:spTree>
    <p:extLst>
      <p:ext uri="{BB962C8B-B14F-4D97-AF65-F5344CB8AC3E}">
        <p14:creationId xmlns:p14="http://schemas.microsoft.com/office/powerpoint/2010/main" val="38987983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2084042D-DE76-4EE5-BF35-DDBD76B1923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Blur radius="5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999" cy="6857999"/>
          </a:xfrm>
          <a:prstGeom prst="rect">
            <a:avLst/>
          </a:prstGeom>
          <a:effectLst>
            <a:innerShdw blurRad="1270000" dist="2540000">
              <a:prstClr val="black">
                <a:alpha val="45000"/>
              </a:prstClr>
            </a:innerShdw>
          </a:effectLst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7D94880-7B50-4027-9F04-9B19E79A5F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Тот кто владеет информацией владеет миром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15ED275-F0A0-405B-A682-38EC07540F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3312" y="2052918"/>
            <a:ext cx="10306368" cy="419548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3200" b="1" i="0" dirty="0">
                <a:solidFill>
                  <a:schemeClr val="accent3"/>
                </a:solidFill>
                <a:effectLst/>
                <a:latin typeface="Times New Roman" panose="02020603050405020304" pitchFamily="18" charset="0"/>
              </a:rPr>
              <a:t>Информация - </a:t>
            </a:r>
            <a:r>
              <a:rPr lang="ru-RU" sz="3200" i="0" dirty="0">
                <a:effectLst/>
                <a:latin typeface="Times New Roman" panose="02020603050405020304" pitchFamily="18" charset="0"/>
              </a:rPr>
              <a:t>это любые сведения, принимаемые и передаваемые, сохраняемые различными источниками</a:t>
            </a:r>
            <a:r>
              <a:rPr lang="ru-RU" sz="3200" b="0" i="0" dirty="0">
                <a:effectLst/>
                <a:latin typeface="Times New Roman" panose="02020603050405020304" pitchFamily="18" charset="0"/>
              </a:rPr>
              <a:t>. Информация - это вся совокупность сведений об окружающем нас мире, о всевозможных протекающих в нем процессах, которые могут быть восприняты живыми организмами, электронными машинами и другими информационными </a:t>
            </a:r>
            <a:r>
              <a:rPr lang="ru-RU" sz="3200" dirty="0">
                <a:latin typeface="Times New Roman" panose="02020603050405020304" pitchFamily="18" charset="0"/>
              </a:rPr>
              <a:t>системами</a:t>
            </a:r>
            <a:r>
              <a:rPr lang="en-US" sz="3200" dirty="0">
                <a:latin typeface="Times New Roman" panose="02020603050405020304" pitchFamily="18" charset="0"/>
              </a:rPr>
              <a:t>.</a:t>
            </a:r>
            <a:endParaRPr lang="ru-RU" sz="3200" dirty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9735899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0B09AC8-6126-4C77-BC3F-D3CA622238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Сетевой</a:t>
            </a:r>
            <a:r>
              <a:rPr lang="ru-RU" dirty="0"/>
              <a:t> </a:t>
            </a:r>
            <a:r>
              <a:rPr lang="ru-RU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чат</a:t>
            </a:r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22EE7A65-F6F5-41D8-8F2A-C42A120CB2F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65680" y="1717529"/>
            <a:ext cx="7061199" cy="4786329"/>
          </a:xfrm>
        </p:spPr>
      </p:pic>
    </p:spTree>
    <p:extLst>
      <p:ext uri="{BB962C8B-B14F-4D97-AF65-F5344CB8AC3E}">
        <p14:creationId xmlns:p14="http://schemas.microsoft.com/office/powerpoint/2010/main" val="373786663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>
        <p14:flash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8F07C0B-C6B1-44A5-8DE6-9A871C7D5A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02560" y="365125"/>
            <a:ext cx="6969760" cy="1325563"/>
          </a:xfrm>
        </p:spPr>
        <p:txBody>
          <a:bodyPr/>
          <a:lstStyle/>
          <a:p>
            <a:r>
              <a:rPr lang="ru-RU" dirty="0"/>
              <a:t>Для чего нужен сетевой чат?</a:t>
            </a:r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68865548-1625-46CB-9F7B-64308B1C76B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91824" y="1769642"/>
            <a:ext cx="2503778" cy="2503778"/>
          </a:xfrm>
        </p:spPr>
      </p:pic>
      <p:pic>
        <p:nvPicPr>
          <p:cNvPr id="6" name="Объект 4">
            <a:extLst>
              <a:ext uri="{FF2B5EF4-FFF2-40B4-BE49-F238E27FC236}">
                <a16:creationId xmlns:a16="http://schemas.microsoft.com/office/drawing/2014/main" id="{95288FA3-300B-419E-A163-8536C89F20D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7863840" y="1601691"/>
            <a:ext cx="2255127" cy="2671729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699B3794-0D1A-494D-94BB-0ACC9CE37719}"/>
              </a:ext>
            </a:extLst>
          </p:cNvPr>
          <p:cNvSpPr txBox="1"/>
          <p:nvPr/>
        </p:nvSpPr>
        <p:spPr>
          <a:xfrm>
            <a:off x="1188720" y="4570970"/>
            <a:ext cx="999744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dirty="0"/>
              <a:t>Сетевой чат нужен для быстрого обмена сообщениями между людьми</a:t>
            </a:r>
            <a:r>
              <a:rPr lang="en-US" sz="2400" dirty="0"/>
              <a:t>,</a:t>
            </a:r>
            <a:r>
              <a:rPr lang="ru-RU" sz="2400" dirty="0"/>
              <a:t> которые разбираются в компьютерах</a:t>
            </a:r>
            <a:r>
              <a:rPr lang="en-US" sz="2400" dirty="0"/>
              <a:t>.</a:t>
            </a:r>
            <a:r>
              <a:rPr lang="ru-RU" sz="2400" dirty="0"/>
              <a:t>Таким образом люди смогут слаженно работать в офисах или </a:t>
            </a:r>
            <a:r>
              <a:rPr lang="ru-RU" sz="2400" dirty="0" err="1"/>
              <a:t>обмениватся</a:t>
            </a:r>
            <a:r>
              <a:rPr lang="ru-RU" sz="2400" dirty="0"/>
              <a:t> важной информацией</a:t>
            </a:r>
            <a:r>
              <a:rPr lang="en-US" sz="2400" dirty="0"/>
              <a:t>.</a:t>
            </a:r>
            <a:endParaRPr lang="ru-RU" sz="2400" dirty="0"/>
          </a:p>
        </p:txBody>
      </p:sp>
      <p:cxnSp>
        <p:nvCxnSpPr>
          <p:cNvPr id="15" name="Прямая соединительная линия 14">
            <a:extLst>
              <a:ext uri="{FF2B5EF4-FFF2-40B4-BE49-F238E27FC236}">
                <a16:creationId xmlns:a16="http://schemas.microsoft.com/office/drawing/2014/main" id="{D7A993DA-AD03-4104-9918-A13AA127FCB4}"/>
              </a:ext>
            </a:extLst>
          </p:cNvPr>
          <p:cNvCxnSpPr/>
          <p:nvPr/>
        </p:nvCxnSpPr>
        <p:spPr>
          <a:xfrm>
            <a:off x="4216400" y="3021531"/>
            <a:ext cx="3647440" cy="0"/>
          </a:xfrm>
          <a:prstGeom prst="line">
            <a:avLst/>
          </a:prstGeom>
          <a:ln w="57150">
            <a:solidFill>
              <a:schemeClr val="tx2"/>
            </a:solidFill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2225667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11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AB3A177-63D6-42AF-A1D4-A37D5BDDE2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/>
              <a:t>Плюсы сетевого чата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A47057F-6CD1-48CB-9303-A6254B6F71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ru-RU" sz="2800" dirty="0"/>
              <a:t>+</a:t>
            </a:r>
            <a:r>
              <a:rPr lang="en-US" sz="2800" dirty="0"/>
              <a:t> </a:t>
            </a:r>
            <a:r>
              <a:rPr lang="ru-RU" sz="2800" dirty="0"/>
              <a:t>Информация не храниться в базе данных</a:t>
            </a:r>
            <a:r>
              <a:rPr lang="en-US" sz="2800" dirty="0"/>
              <a:t>,</a:t>
            </a:r>
            <a:r>
              <a:rPr lang="ru-RU" sz="2800" dirty="0"/>
              <a:t>а лишь временно находиться в текстовом поле приложения</a:t>
            </a:r>
            <a:r>
              <a:rPr lang="en-US" sz="2800" dirty="0"/>
              <a:t>.</a:t>
            </a:r>
            <a:endParaRPr lang="ru-RU" sz="2800" dirty="0"/>
          </a:p>
          <a:p>
            <a:pPr marL="0" indent="0">
              <a:buNone/>
            </a:pPr>
            <a:r>
              <a:rPr lang="ru-RU" sz="2800" dirty="0"/>
              <a:t>+Если серверу закрыть приложение</a:t>
            </a:r>
            <a:r>
              <a:rPr lang="en-US" sz="2800" dirty="0"/>
              <a:t>,</a:t>
            </a:r>
            <a:r>
              <a:rPr lang="ru-RU" sz="2800" dirty="0"/>
              <a:t>то на всех компьютерах оно также закроется</a:t>
            </a:r>
            <a:r>
              <a:rPr lang="en-US" sz="2800" dirty="0"/>
              <a:t>.</a:t>
            </a:r>
            <a:endParaRPr lang="ru-RU" sz="2800" dirty="0"/>
          </a:p>
          <a:p>
            <a:pPr marL="0" indent="0">
              <a:buNone/>
            </a:pPr>
            <a:r>
              <a:rPr lang="ru-RU" sz="2800" dirty="0"/>
              <a:t>+Чат который будет создан в неопределённое и короткое время будет тяжелее отследить</a:t>
            </a:r>
            <a:r>
              <a:rPr lang="en-US" sz="2800" dirty="0"/>
              <a:t>.</a:t>
            </a:r>
            <a:endParaRPr lang="ru-RU" sz="2800" dirty="0"/>
          </a:p>
        </p:txBody>
      </p:sp>
    </p:spTree>
    <p:extLst>
      <p:ext uri="{BB962C8B-B14F-4D97-AF65-F5344CB8AC3E}">
        <p14:creationId xmlns:p14="http://schemas.microsoft.com/office/powerpoint/2010/main" val="282276971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AFC6528-9BF1-453D-8342-C37EF444E4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391919"/>
          </a:xfrm>
        </p:spPr>
        <p:txBody>
          <a:bodyPr/>
          <a:lstStyle/>
          <a:p>
            <a:pPr algn="ctr"/>
            <a:r>
              <a:rPr lang="ru-RU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Шифровальщик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B6ABF527-DCB8-4039-A471-82B237A036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04160" y="1642027"/>
            <a:ext cx="6727190" cy="442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467124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>
        <p14:flash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C3E36D0-6A67-4775-A8BD-6DAD8451D4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/>
              <a:t>Для чего нужен шифровальщик?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01613C4-E1CB-417E-9EBC-F24F4C22FC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389119"/>
            <a:ext cx="10515600" cy="1787843"/>
          </a:xfrm>
        </p:spPr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lang="ru-RU" sz="3200" dirty="0"/>
              <a:t>Шифровальщик-нужен для передачи информации другому лицу</a:t>
            </a:r>
            <a:r>
              <a:rPr lang="en-US" sz="3200" dirty="0"/>
              <a:t>,</a:t>
            </a:r>
            <a:r>
              <a:rPr lang="ru-RU" sz="3200" dirty="0"/>
              <a:t>который будет передан</a:t>
            </a:r>
            <a:r>
              <a:rPr lang="en-US" sz="3200" dirty="0"/>
              <a:t> </a:t>
            </a:r>
            <a:r>
              <a:rPr lang="ru-RU" sz="3200" dirty="0"/>
              <a:t>в зашифрованном виде</a:t>
            </a:r>
            <a:r>
              <a:rPr lang="en-US" sz="3200" dirty="0"/>
              <a:t>.</a:t>
            </a:r>
            <a:r>
              <a:rPr lang="ru-RU" sz="3200" dirty="0"/>
              <a:t>И зная ключ для расшифровки</a:t>
            </a:r>
            <a:r>
              <a:rPr lang="en-US" sz="3200" dirty="0"/>
              <a:t>,</a:t>
            </a:r>
            <a:r>
              <a:rPr lang="ru-RU" sz="3200" dirty="0"/>
              <a:t> можно узнать информацию которая была скрыта в нём</a:t>
            </a:r>
            <a:r>
              <a:rPr lang="en-US" sz="3200" dirty="0"/>
              <a:t>.</a:t>
            </a:r>
            <a:endParaRPr lang="ru-RU" sz="3200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541E4E26-62A3-41FE-AA34-CAB50F2D189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993" t="27878" r="19425" b="8824"/>
          <a:stretch/>
        </p:blipFill>
        <p:spPr>
          <a:xfrm flipH="1">
            <a:off x="2459530" y="2001518"/>
            <a:ext cx="2185210" cy="1932305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0D92DAA4-E4E5-4E44-83CA-B30DCFA8A7CE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993" t="27878" r="19425" b="8824"/>
          <a:stretch/>
        </p:blipFill>
        <p:spPr>
          <a:xfrm>
            <a:off x="7345680" y="2001519"/>
            <a:ext cx="2185210" cy="1932305"/>
          </a:xfrm>
          <a:prstGeom prst="rect">
            <a:avLst/>
          </a:prstGeom>
        </p:spPr>
      </p:pic>
      <p:cxnSp>
        <p:nvCxnSpPr>
          <p:cNvPr id="12" name="Прямая соединительная линия 11">
            <a:extLst>
              <a:ext uri="{FF2B5EF4-FFF2-40B4-BE49-F238E27FC236}">
                <a16:creationId xmlns:a16="http://schemas.microsoft.com/office/drawing/2014/main" id="{14EA7778-F317-4E8E-9CD2-708117D7B814}"/>
              </a:ext>
            </a:extLst>
          </p:cNvPr>
          <p:cNvCxnSpPr>
            <a:cxnSpLocks/>
          </p:cNvCxnSpPr>
          <p:nvPr/>
        </p:nvCxnSpPr>
        <p:spPr>
          <a:xfrm>
            <a:off x="4795520" y="2722880"/>
            <a:ext cx="2550160" cy="0"/>
          </a:xfrm>
          <a:prstGeom prst="line">
            <a:avLst/>
          </a:prstGeom>
          <a:ln w="76200"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A980976B-3F94-489B-85E2-6DC69A6656D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42136" y="2275205"/>
            <a:ext cx="895350" cy="895350"/>
          </a:xfrm>
          <a:prstGeom prst="rect">
            <a:avLst/>
          </a:prstGeom>
        </p:spPr>
      </p:pic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8766B4FC-611E-41B5-9C69-3B86F5915CA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79270" y="2248214"/>
            <a:ext cx="1021082" cy="10210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724630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D5C7D2B-AD84-44E2-A56B-E949C97D02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/>
              <a:t>Плюсы Шифровальщика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75B2FE0-B7D0-471D-8F91-6FEDE097C2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4293" y="2083398"/>
            <a:ext cx="8946541" cy="1400529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ru-RU" sz="3200" dirty="0"/>
              <a:t>+ Шифруется при помощи ключа</a:t>
            </a:r>
          </a:p>
          <a:p>
            <a:pPr marL="0" indent="0">
              <a:buNone/>
            </a:pPr>
            <a:r>
              <a:rPr lang="ru-RU" sz="3200" dirty="0"/>
              <a:t>+ Применить можно в разных сферах общества</a:t>
            </a:r>
          </a:p>
        </p:txBody>
      </p:sp>
    </p:spTree>
    <p:extLst>
      <p:ext uri="{BB962C8B-B14F-4D97-AF65-F5344CB8AC3E}">
        <p14:creationId xmlns:p14="http://schemas.microsoft.com/office/powerpoint/2010/main" val="255749789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5ABEE2D-5DDF-44E4-8A31-5B0AE21509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51319" y="2728735"/>
            <a:ext cx="5545642" cy="1400530"/>
          </a:xfrm>
        </p:spPr>
        <p:txBody>
          <a:bodyPr/>
          <a:lstStyle/>
          <a:p>
            <a:r>
              <a:rPr lang="ru-RU" dirty="0"/>
              <a:t>Конец презентации</a:t>
            </a:r>
          </a:p>
        </p:txBody>
      </p:sp>
    </p:spTree>
    <p:extLst>
      <p:ext uri="{BB962C8B-B14F-4D97-AF65-F5344CB8AC3E}">
        <p14:creationId xmlns:p14="http://schemas.microsoft.com/office/powerpoint/2010/main" val="24580039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Ион">
  <a:themeElements>
    <a:clrScheme name="Ион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Ион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Ион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178</TotalTime>
  <Words>189</Words>
  <Application>Microsoft Office PowerPoint</Application>
  <PresentationFormat>Широкоэкранный</PresentationFormat>
  <Paragraphs>17</Paragraphs>
  <Slides>9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9</vt:i4>
      </vt:variant>
    </vt:vector>
  </HeadingPairs>
  <TitlesOfParts>
    <vt:vector size="14" baseType="lpstr">
      <vt:lpstr>Arial</vt:lpstr>
      <vt:lpstr>Century Gothic</vt:lpstr>
      <vt:lpstr>Times New Roman</vt:lpstr>
      <vt:lpstr>Wingdings 3</vt:lpstr>
      <vt:lpstr>Ион</vt:lpstr>
      <vt:lpstr>Передача информации</vt:lpstr>
      <vt:lpstr>Тот кто владеет информацией владеет миром</vt:lpstr>
      <vt:lpstr>Сетевой чат</vt:lpstr>
      <vt:lpstr>Для чего нужен сетевой чат?</vt:lpstr>
      <vt:lpstr>Плюсы сетевого чата</vt:lpstr>
      <vt:lpstr>Шифровальщик</vt:lpstr>
      <vt:lpstr>Для чего нужен шифровальщик?</vt:lpstr>
      <vt:lpstr>Плюсы Шифровальщика</vt:lpstr>
      <vt:lpstr>Конец презентации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Передача информации</dc:title>
  <dc:creator>Сергей Жаворонков</dc:creator>
  <cp:lastModifiedBy>Сергей Жаворонков</cp:lastModifiedBy>
  <cp:revision>3</cp:revision>
  <dcterms:created xsi:type="dcterms:W3CDTF">2022-03-21T08:07:19Z</dcterms:created>
  <dcterms:modified xsi:type="dcterms:W3CDTF">2022-03-21T11:05:46Z</dcterms:modified>
</cp:coreProperties>
</file>